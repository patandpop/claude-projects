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 steps (work live):
1. rate = bubbles \div time
2. rate = 45 \div 3
3. rate = 15 bubbles per minute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pps.ipevo.com/pwa/visualizer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713232"/>
            <a:ext cx="3976543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D: annotation and empty state edges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221992"/>
            <a:ext cx="39765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8  ·  Biology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606040"/>
            <a:ext cx="3976543" cy="352044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Objectives: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Work through a calculation live with the class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61175" y="713232"/>
            <a:ext cx="11887" cy="5413248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25767" y="713232"/>
            <a:ext cx="7151705" cy="36576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25767" y="13647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5" name="Text 13"/>
          <p:cNvSpPr/>
          <p:nvPr/>
        </p:nvSpPr>
        <p:spPr>
          <a:xfrm>
            <a:off x="4625767" y="13647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28687" y="11704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producer?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4625767" y="221056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8" name="Text 16"/>
          <p:cNvSpPr/>
          <p:nvPr/>
        </p:nvSpPr>
        <p:spPr>
          <a:xfrm>
            <a:off x="4625767" y="22105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28687" y="201625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the process plants use to make glucose.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4625767" y="305638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1" name="Text 19"/>
          <p:cNvSpPr/>
          <p:nvPr/>
        </p:nvSpPr>
        <p:spPr>
          <a:xfrm>
            <a:off x="4625767" y="305638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28687" y="286207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in the cell does photosynthesis happen?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4625767" y="390220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4" name="Text 22"/>
          <p:cNvSpPr/>
          <p:nvPr/>
        </p:nvSpPr>
        <p:spPr>
          <a:xfrm>
            <a:off x="4625767" y="390220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128687" y="370789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gas do plants take in for photosynthesis?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4625767" y="474802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7" name="Text 25"/>
          <p:cNvSpPr/>
          <p:nvPr/>
        </p:nvSpPr>
        <p:spPr>
          <a:xfrm>
            <a:off x="4625767" y="474802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8687" y="455371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4625767" y="55938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0" name="Text 28"/>
          <p:cNvSpPr/>
          <p:nvPr/>
        </p:nvSpPr>
        <p:spPr>
          <a:xfrm>
            <a:off x="4625767" y="55938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8687" y="53995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0" y="62453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Silent start · pen out · attempt all questions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978097" cy="128930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producer?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462729" y="1088136"/>
            <a:ext cx="7314743" cy="128930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organism that makes its own food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11480" y="2450592"/>
            <a:ext cx="3978097" cy="128930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the process plants use to make glucose.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462729" y="2450592"/>
            <a:ext cx="7314743" cy="128930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" y="3813048"/>
            <a:ext cx="3978097" cy="128930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in the cell does photosynthesis happen?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62729" y="3813048"/>
            <a:ext cx="7314743" cy="128930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chloroplast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11480" y="5175504"/>
            <a:ext cx="3978097" cy="128930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gas do plants take in for photosynthesis?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462729" y="5175504"/>
            <a:ext cx="7314743" cy="128930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Carbon dioxide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 · DEMONSTRATION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537667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pondweed shoot is placed under a lamp. Bubbles appear from the cut stem, and they appear faster when the lamp is moved closer. Nothing else about the setup changes.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PHOTOSYNTHESIS IN ONE LINE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6251296" cy="914400"/>
        </p:xfrm>
        <a:graphic>
          <a:graphicData uri="http://schemas.openxmlformats.org/drawingml/2006/table">
            <a:tbl>
              <a:tblPr/>
              <a:tblGrid>
                <a:gridCol w="6251296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Photosynthesis in one line</a:t>
                      </a:r>
                      <a:endParaRPr lang="en-US" sz="2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4782312">
                <a:tc>
                  <a:txBody>
                    <a:bodyPr/>
                    <a:lstStyle/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Carbon dioxide plus water, using light energy, makes glucose plus oxygen.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The chloroplast holds the chlorophyll that absorbs the light.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t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RATE AGAINST LIGHT INTENSITY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5910316" cy="292608"/>
          </a:xfrm>
          <a:prstGeom prst="rect">
            <a:avLst/>
          </a:prstGeom>
          <a:solidFill>
            <a:srgbClr val="F0F4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 of photosynthesis</a:t>
            </a:r>
            <a:pPr algn="l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│  </a:t>
            </a:r>
            <a:pPr algn="l" indent="0" marL="0">
              <a:buNone/>
            </a:pPr>
            <a:r>
              <a:rPr lang="en-US" sz="11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 intensity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26464"/>
            <a:ext cx="5910316" cy="5038344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[Image — add imageDescription to JSON]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58956" y="1088136"/>
            <a:ext cx="5318516" cy="537667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Sketch the curve on your whiteboard. Mark where light stops being the limiting factor.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WORKED EXAMPLE → YOUR TURN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088136"/>
            <a:ext cx="5271516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8796" y="1088136"/>
            <a:ext cx="5271516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TURN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1527048"/>
            <a:ext cx="5271516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pondweed gives off 45 bubbles in 3 minutes. Find the rate per minute.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68796" y="1527048"/>
            <a:ext cx="5271516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The same pondweed gives off 84 bubbles in 4 minutes. Find the rate.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395728"/>
            <a:ext cx="5029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ABB2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94360" y="24231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live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368796" y="2395728"/>
            <a:ext cx="5271516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1796796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IPEVO Visualiser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0" y="2802636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answers under the visualiser · Reference D Annotation Mode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2514" y="3351276"/>
            <a:ext cx="6703924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https://apps.ipevo.com/pwa/visualizer.app/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4128516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 Click to open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· CHOOSE YOUR LEVEL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697224" cy="38404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the gas given off in photosynthesis.  [1 mark]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where photosynthesis happens.  [1 mark]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one factor that limits photosynthesis.  [1 mark]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45864" y="1088136"/>
            <a:ext cx="3697224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45864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bubble rate rises as the lamp moves closer.  [2 marks]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45864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the curve eventually flattens.  [2 marks]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80248" y="1088136"/>
            <a:ext cx="3697224" cy="384048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80248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 fair test to find the effect of light intensity on photosynthesis rate.  [6 marks]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DEVELOPING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the gas given off in photosynthesis.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Oxygen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where photosynthesis happens.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the chloroplasts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one factor that limits photosynthesis.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 intensity, carbon dioxide or temperature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REACHING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251002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bubble rate rises as the lamp moves closer.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251002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light energy is available, so the rate rises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954780"/>
            <a:ext cx="3978097" cy="251002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the curve eventually flattens.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954780"/>
            <a:ext cx="7314743" cy="251002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Another factor becomes limiting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MASTERING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5074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 fair test to find the effect of light intensity on photosynthesis rate.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507492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Vary lamp distance, keep temperature and carbon dioxide constant, count bubbles per minute, repeat and mean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through a calculation live with the class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2026-10-02T21:21:09Z</dcterms:created>
  <dcterms:modified xsi:type="dcterms:W3CDTF">2026-10-02T21:21:09Z</dcterms:modified>
</cp:coreProperties>
</file>