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pps.ipevo.com/pwa/visualizer.app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713232"/>
            <a:ext cx="3976543" cy="1325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E: whiteboard and untiered review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397654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 7  ·  Biology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2606040"/>
            <a:ext cx="3976543" cy="2313432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Objectives:</a:t>
            </a:r>
            <a:endParaRPr lang="en-US" sz="13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 Recall the seven life processes at speed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5029200"/>
            <a:ext cx="3976543" cy="1097280"/>
          </a:xfrm>
          <a:prstGeom prst="rect">
            <a:avLst/>
          </a:prstGeom>
          <a:solidFill>
            <a:srgbClr val="152347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Words: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MRS GREN  ·  respiration  ·  excretion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61175" y="713232"/>
            <a:ext cx="11887" cy="5413248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14" name="Text 12"/>
          <p:cNvSpPr/>
          <p:nvPr/>
        </p:nvSpPr>
        <p:spPr>
          <a:xfrm>
            <a:off x="4625767" y="713232"/>
            <a:ext cx="7151705" cy="365760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 · 5 minutes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25767" y="13647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6" name="Text 14"/>
          <p:cNvSpPr/>
          <p:nvPr/>
        </p:nvSpPr>
        <p:spPr>
          <a:xfrm>
            <a:off x="4625767" y="13647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8687" y="11704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M in MRS GREN stand for?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625767" y="221056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625767" y="221056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8687" y="201625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R stand for?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625767" y="305638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2" name="Text 20"/>
          <p:cNvSpPr/>
          <p:nvPr/>
        </p:nvSpPr>
        <p:spPr>
          <a:xfrm>
            <a:off x="4625767" y="305638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8687" y="286207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S stand for?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625767" y="390220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5" name="Text 23"/>
          <p:cNvSpPr/>
          <p:nvPr/>
        </p:nvSpPr>
        <p:spPr>
          <a:xfrm>
            <a:off x="4625767" y="390220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128687" y="370789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G stand for?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625767" y="474802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28" name="Text 26"/>
          <p:cNvSpPr/>
          <p:nvPr/>
        </p:nvSpPr>
        <p:spPr>
          <a:xfrm>
            <a:off x="4625767" y="474802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28687" y="455371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E stand for?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625767" y="559384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ABB2E"/>
          </a:solidFill>
          <a:ln/>
        </p:spPr>
      </p:sp>
      <p:sp>
        <p:nvSpPr>
          <p:cNvPr id="31" name="Text 29"/>
          <p:cNvSpPr/>
          <p:nvPr/>
        </p:nvSpPr>
        <p:spPr>
          <a:xfrm>
            <a:off x="4625767" y="559384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28687" y="5399532"/>
            <a:ext cx="6648785" cy="772668"/>
          </a:xfrm>
          <a:prstGeom prst="rect">
            <a:avLst/>
          </a:prstGeom>
          <a:solidFill>
            <a:srgbClr val="F8F7F0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N stand for?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0" y="6245352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Silent start · pen out · attempt all questions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M in MRS GREN stand for?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462729" y="108813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Movement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996440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R stand for?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62729" y="1996440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11480" y="2904744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S stand for?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462729" y="2904744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" y="3813048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G stand for?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462729" y="3813048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11480" y="4721352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E stand for?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462729" y="4721352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Excretion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11480" y="5629656"/>
            <a:ext cx="3978097" cy="83515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does the N stand for?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462729" y="5629656"/>
            <a:ext cx="7314743" cy="83515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Q1 of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11365992" cy="22860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removes waste made by the body?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Q1 of 3 ·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18288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removes waste made by the body?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11365992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Excretion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Q2 of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11365992" cy="22860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releases energy from glucose?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Q2 of 3 ·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18288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releases energy from glucose?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11365992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Q3 of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53896"/>
            <a:ext cx="11365992" cy="22860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lets an organism respond to its surroundings?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Biology Round · Q3 of 3 · ANSWER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088136"/>
            <a:ext cx="11365992" cy="1828800"/>
          </a:xfrm>
          <a:prstGeom prst="rect">
            <a:avLst/>
          </a:prstGeom>
          <a:solidFill>
            <a:srgbClr val="EDF2FA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Which life process lets an organism respond to its surroundings?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008376"/>
            <a:ext cx="11365992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A14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1796796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IPEVO Visualiser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0" y="2802636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answers under the visualiser · Reference E Whiteboard Rounds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2514" y="3351276"/>
            <a:ext cx="6703924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ctr" indent="0" marL="0">
              <a:buNone/>
            </a:pPr>
            <a:r>
              <a:rPr lang="en-US" sz="1600" u="sng" dirty="0">
                <a:solidFill>
                  <a:srgbClr val="0083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https://apps.ipevo.com/pwa/visualizer.app/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0" y="4128516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 Click to open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649224"/>
            <a:ext cx="12188952" cy="347472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 · CHOOSE YOUR LEVEL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82712" y="649224"/>
            <a:ext cx="4114800" cy="347472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more — Activate 2, pp. 30–32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1088136"/>
            <a:ext cx="3697224" cy="384048"/>
          </a:xfrm>
          <a:prstGeom prst="rect">
            <a:avLst/>
          </a:prstGeom>
          <a:solidFill>
            <a:srgbClr val="2E7D3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1472184"/>
            <a:ext cx="3697224" cy="499262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the seven life processes.  [3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process that makes new organisms.  [1 mark]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 the process that takes in food.  [1 mark]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45864" y="1088136"/>
            <a:ext cx="3697224" cy="384048"/>
          </a:xfrm>
          <a:prstGeom prst="rect">
            <a:avLst/>
          </a:prstGeom>
          <a:solidFill>
            <a:srgbClr val="E65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REACHING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45864" y="1472184"/>
            <a:ext cx="3697224" cy="499262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the difference between excretion and egestion.  [2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a car is not alive even though it moves.  [2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one life process a seed carries out before germinating.  [1 mark]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080248" y="1088136"/>
            <a:ext cx="3697224" cy="384048"/>
          </a:xfrm>
          <a:prstGeom prst="rect">
            <a:avLst/>
          </a:prstGeom>
          <a:solidFill>
            <a:srgbClr val="B71C1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MASTERING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80248" y="1472184"/>
            <a:ext cx="3697224" cy="4992624"/>
          </a:xfrm>
          <a:prstGeom prst="rect">
            <a:avLst/>
          </a:prstGeom>
          <a:solidFill>
            <a:srgbClr val="FFFFFF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student says a flame is alive because it moves, grows and needs oxygen. Evaluate this claim.  [4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 why viruses are hard to classify as living.  [3 marks]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Suggest how you would test whether a seed is respiring.  [3 marks]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2031492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062984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094476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125968" y="0"/>
            <a:ext cx="2031492" cy="502920"/>
          </a:xfrm>
          <a:prstGeom prst="rect">
            <a:avLst/>
          </a:prstGeom>
          <a:solidFill>
            <a:srgbClr val="15234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57460" y="0"/>
            <a:ext cx="2031492" cy="502920"/>
          </a:xfrm>
          <a:prstGeom prst="rect">
            <a:avLst/>
          </a:prstGeom>
          <a:solidFill>
            <a:srgbClr val="1B5E2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12188952" cy="36576"/>
          </a:xfrm>
          <a:prstGeom prst="rect">
            <a:avLst/>
          </a:prstGeom>
          <a:solidFill>
            <a:srgbClr val="FABB2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603504"/>
            <a:ext cx="795619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· TODAY’S LEARNING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950976"/>
            <a:ext cx="12188952" cy="347472"/>
          </a:xfrm>
          <a:prstGeom prst="rect">
            <a:avLst/>
          </a:prstGeom>
          <a:solidFill>
            <a:srgbClr val="6A0DAD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☞  Purple pen time · mark and correct your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389888"/>
            <a:ext cx="3978097" cy="122758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Waste made by the body is removed by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462729" y="1389888"/>
            <a:ext cx="7314743" cy="122758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Excretion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" y="2672334"/>
            <a:ext cx="3978097" cy="122758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is released from glucose by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462729" y="2672334"/>
            <a:ext cx="7314743" cy="122758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Respiration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11480" y="3954780"/>
            <a:ext cx="3978097" cy="122758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Responding to surroundings is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462729" y="3954780"/>
            <a:ext cx="7314743" cy="122758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Sensitivity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11480" y="5237226"/>
            <a:ext cx="3978097" cy="1227582"/>
          </a:xfrm>
          <a:prstGeom prst="rect">
            <a:avLst/>
          </a:prstGeom>
          <a:solidFill>
            <a:srgbClr val="25408D"/>
          </a:solidFill>
          <a:ln/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Undigested food leaving the body is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62729" y="5237226"/>
            <a:ext cx="7314743" cy="1227582"/>
          </a:xfrm>
          <a:prstGeom prst="rect">
            <a:avLst/>
          </a:prstGeom>
          <a:solidFill>
            <a:srgbClr val="0D1B5E"/>
          </a:solidFill>
          <a:ln w="25400">
            <a:solidFill>
              <a:srgbClr val="FABB2E"/>
            </a:solidFill>
          </a:ln>
        </p:spPr>
        <p:txBody>
          <a:bodyPr wrap="square" lIns="76200" tIns="76200" rIns="76200" bIns="76200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AB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Egestion, not excretion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5E"/>
          </a:solidFill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objective:  </a:t>
            </a:r>
            <a:pPr algn="l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the seven life processes at speed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2026-10-02T21:21:09Z</dcterms:created>
  <dcterms:modified xsi:type="dcterms:W3CDTF">2026-10-02T21:21:09Z</dcterms:modified>
</cp:coreProperties>
</file>